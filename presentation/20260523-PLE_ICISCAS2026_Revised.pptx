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82" r:id="rId17"/>
    <p:sldId id="277" r:id="rId18"/>
    <p:sldId id="274" r:id="rId19"/>
    <p:sldId id="28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598F1-B24F-4C76-93C4-095DD89BA316}" v="170" dt="2026-05-23T01:48:43.175"/>
    <p1510:client id="{83EEDB7E-3B31-85CA-8755-4166EA502391}" v="299" dt="2026-05-23T01:04:12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2615" autoAdjust="0"/>
  </p:normalViewPr>
  <p:slideViewPr>
    <p:cSldViewPr snapToGrid="0" snapToObjects="1">
      <p:cViewPr varScale="1">
        <p:scale>
          <a:sx n="130" d="100"/>
          <a:sy n="130" d="100"/>
        </p:scale>
        <p:origin x="13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yanto" userId="S::haryanto@moil.com.tw::26ab6dc0-f73e-468b-a77c-59278e53dfb8" providerId="AD" clId="Web-{83EEDB7E-3B31-85CA-8755-4166EA502391}"/>
    <pc:docChg chg="modSld">
      <pc:chgData name="Haryanto" userId="S::haryanto@moil.com.tw::26ab6dc0-f73e-468b-a77c-59278e53dfb8" providerId="AD" clId="Web-{83EEDB7E-3B31-85CA-8755-4166EA502391}" dt="2026-05-23T01:04:12.050" v="290" actId="20577"/>
      <pc:docMkLst>
        <pc:docMk/>
      </pc:docMkLst>
      <pc:sldChg chg="addSp delSp modSp">
        <pc:chgData name="Haryanto" userId="S::haryanto@moil.com.tw::26ab6dc0-f73e-468b-a77c-59278e53dfb8" providerId="AD" clId="Web-{83EEDB7E-3B31-85CA-8755-4166EA502391}" dt="2026-05-23T01:00:15.419" v="231" actId="1076"/>
        <pc:sldMkLst>
          <pc:docMk/>
          <pc:sldMk cId="0" sldId="256"/>
        </pc:sldMkLst>
        <pc:spChg chg="del">
          <ac:chgData name="Haryanto" userId="S::haryanto@moil.com.tw::26ab6dc0-f73e-468b-a77c-59278e53dfb8" providerId="AD" clId="Web-{83EEDB7E-3B31-85CA-8755-4166EA502391}" dt="2026-05-23T00:28:53.523" v="0"/>
          <ac:spMkLst>
            <pc:docMk/>
            <pc:sldMk cId="0" sldId="256"/>
            <ac:spMk id="2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94"/>
          <ac:spMkLst>
            <pc:docMk/>
            <pc:sldMk cId="0" sldId="256"/>
            <ac:spMk id="12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93"/>
          <ac:spMkLst>
            <pc:docMk/>
            <pc:sldMk cId="0" sldId="256"/>
            <ac:spMk id="13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92"/>
          <ac:spMkLst>
            <pc:docMk/>
            <pc:sldMk cId="0" sldId="256"/>
            <ac:spMk id="14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91"/>
          <ac:spMkLst>
            <pc:docMk/>
            <pc:sldMk cId="0" sldId="256"/>
            <ac:spMk id="15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90"/>
          <ac:spMkLst>
            <pc:docMk/>
            <pc:sldMk cId="0" sldId="256"/>
            <ac:spMk id="16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89"/>
          <ac:spMkLst>
            <pc:docMk/>
            <pc:sldMk cId="0" sldId="256"/>
            <ac:spMk id="17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8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87"/>
          <ac:spMkLst>
            <pc:docMk/>
            <pc:sldMk cId="0" sldId="256"/>
            <ac:spMk id="19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9.449" v="195"/>
          <ac:spMkLst>
            <pc:docMk/>
            <pc:sldMk cId="0" sldId="256"/>
            <ac:spMk id="20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9:07.199" v="186"/>
          <ac:spMkLst>
            <pc:docMk/>
            <pc:sldMk cId="0" sldId="256"/>
            <ac:spMk id="21" creationId="{00000000-0000-0000-0000-000000000000}"/>
          </ac:spMkLst>
        </pc:spChg>
        <pc:picChg chg="add del mod modCrop">
          <ac:chgData name="Haryanto" userId="S::haryanto@moil.com.tw::26ab6dc0-f73e-468b-a77c-59278e53dfb8" providerId="AD" clId="Web-{83EEDB7E-3B31-85CA-8755-4166EA502391}" dt="2026-05-23T00:59:38.778" v="213"/>
          <ac:picMkLst>
            <pc:docMk/>
            <pc:sldMk cId="0" sldId="256"/>
            <ac:picMk id="22" creationId="{B218E760-6065-2A2C-DB11-FEC23AFB4987}"/>
          </ac:picMkLst>
        </pc:picChg>
        <pc:picChg chg="add del mod modCrop">
          <ac:chgData name="Haryanto" userId="S::haryanto@moil.com.tw::26ab6dc0-f73e-468b-a77c-59278e53dfb8" providerId="AD" clId="Web-{83EEDB7E-3B31-85CA-8755-4166EA502391}" dt="2026-05-23T00:59:38.778" v="210"/>
          <ac:picMkLst>
            <pc:docMk/>
            <pc:sldMk cId="0" sldId="256"/>
            <ac:picMk id="23" creationId="{D4CFF3F2-B441-D845-D28E-646AD7C67F44}"/>
          </ac:picMkLst>
        </pc:picChg>
        <pc:picChg chg="add del mod modCrop">
          <ac:chgData name="Haryanto" userId="S::haryanto@moil.com.tw::26ab6dc0-f73e-468b-a77c-59278e53dfb8" providerId="AD" clId="Web-{83EEDB7E-3B31-85CA-8755-4166EA502391}" dt="2026-05-23T00:59:38.778" v="207"/>
          <ac:picMkLst>
            <pc:docMk/>
            <pc:sldMk cId="0" sldId="256"/>
            <ac:picMk id="24" creationId="{0B9485AA-DEA1-AB3F-686A-26317590B247}"/>
          </ac:picMkLst>
        </pc:picChg>
        <pc:picChg chg="add mod modCrop">
          <ac:chgData name="Haryanto" userId="S::haryanto@moil.com.tw::26ab6dc0-f73e-468b-a77c-59278e53dfb8" providerId="AD" clId="Web-{83EEDB7E-3B31-85CA-8755-4166EA502391}" dt="2026-05-23T01:00:15.419" v="231" actId="1076"/>
          <ac:picMkLst>
            <pc:docMk/>
            <pc:sldMk cId="0" sldId="256"/>
            <ac:picMk id="25" creationId="{800142DC-4531-B45C-1639-96B66332868F}"/>
          </ac:picMkLst>
        </pc:picChg>
        <pc:picChg chg="add mod modCrop">
          <ac:chgData name="Haryanto" userId="S::haryanto@moil.com.tw::26ab6dc0-f73e-468b-a77c-59278e53dfb8" providerId="AD" clId="Web-{83EEDB7E-3B31-85CA-8755-4166EA502391}" dt="2026-05-23T01:00:13.028" v="230" actId="1076"/>
          <ac:picMkLst>
            <pc:docMk/>
            <pc:sldMk cId="0" sldId="256"/>
            <ac:picMk id="26" creationId="{8A873C49-7A6A-392F-0EBF-A5E5CB339F99}"/>
          </ac:picMkLst>
        </pc:picChg>
        <pc:picChg chg="add mod modCrop">
          <ac:chgData name="Haryanto" userId="S::haryanto@moil.com.tw::26ab6dc0-f73e-468b-a77c-59278e53dfb8" providerId="AD" clId="Web-{83EEDB7E-3B31-85CA-8755-4166EA502391}" dt="2026-05-23T00:59:49.309" v="226" actId="1076"/>
          <ac:picMkLst>
            <pc:docMk/>
            <pc:sldMk cId="0" sldId="256"/>
            <ac:picMk id="27" creationId="{71B37AEE-9F83-9774-E479-988B5C49CB21}"/>
          </ac:picMkLst>
        </pc:picChg>
      </pc:sldChg>
      <pc:sldChg chg="delSp">
        <pc:chgData name="Haryanto" userId="S::haryanto@moil.com.tw::26ab6dc0-f73e-468b-a77c-59278e53dfb8" providerId="AD" clId="Web-{83EEDB7E-3B31-85CA-8755-4166EA502391}" dt="2026-05-23T00:29:16.274" v="1"/>
        <pc:sldMkLst>
          <pc:docMk/>
          <pc:sldMk cId="0" sldId="257"/>
        </pc:sldMkLst>
        <pc:spChg chg="del">
          <ac:chgData name="Haryanto" userId="S::haryanto@moil.com.tw::26ab6dc0-f73e-468b-a77c-59278e53dfb8" providerId="AD" clId="Web-{83EEDB7E-3B31-85CA-8755-4166EA502391}" dt="2026-05-23T00:29:16.274" v="1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Haryanto" userId="S::haryanto@moil.com.tw::26ab6dc0-f73e-468b-a77c-59278e53dfb8" providerId="AD" clId="Web-{83EEDB7E-3B31-85CA-8755-4166EA502391}" dt="2026-05-23T01:03:14.455" v="283" actId="20577"/>
        <pc:sldMkLst>
          <pc:docMk/>
          <pc:sldMk cId="0" sldId="260"/>
        </pc:sldMkLst>
        <pc:spChg chg="mod">
          <ac:chgData name="Haryanto" userId="S::haryanto@moil.com.tw::26ab6dc0-f73e-468b-a77c-59278e53dfb8" providerId="AD" clId="Web-{83EEDB7E-3B31-85CA-8755-4166EA502391}" dt="2026-05-23T01:03:14.455" v="283" actId="20577"/>
          <ac:spMkLst>
            <pc:docMk/>
            <pc:sldMk cId="0" sldId="260"/>
            <ac:spMk id="18" creationId="{00000000-0000-0000-0000-000000000000}"/>
          </ac:spMkLst>
        </pc:spChg>
      </pc:sldChg>
      <pc:sldChg chg="delSp modSp">
        <pc:chgData name="Haryanto" userId="S::haryanto@moil.com.tw::26ab6dc0-f73e-468b-a77c-59278e53dfb8" providerId="AD" clId="Web-{83EEDB7E-3B31-85CA-8755-4166EA502391}" dt="2026-05-23T01:04:12.050" v="290" actId="20577"/>
        <pc:sldMkLst>
          <pc:docMk/>
          <pc:sldMk cId="0" sldId="261"/>
        </pc:sldMkLst>
        <pc:spChg chg="mod">
          <ac:chgData name="Haryanto" userId="S::haryanto@moil.com.tw::26ab6dc0-f73e-468b-a77c-59278e53dfb8" providerId="AD" clId="Web-{83EEDB7E-3B31-85CA-8755-4166EA502391}" dt="2026-05-23T01:04:12.050" v="290" actId="20577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30:54.674" v="6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31:08.502" v="13"/>
          <ac:spMkLst>
            <pc:docMk/>
            <pc:sldMk cId="0" sldId="261"/>
            <ac:spMk id="13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32:05.488" v="29"/>
          <ac:spMkLst>
            <pc:docMk/>
            <pc:sldMk cId="0" sldId="261"/>
            <ac:spMk id="15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44:38.588" v="40" actId="20577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32:00.910" v="28"/>
          <ac:spMkLst>
            <pc:docMk/>
            <pc:sldMk cId="0" sldId="261"/>
            <ac:spMk id="19" creationId="{00000000-0000-0000-0000-000000000000}"/>
          </ac:spMkLst>
        </pc:spChg>
      </pc:sldChg>
      <pc:sldChg chg="delSp modSp">
        <pc:chgData name="Haryanto" userId="S::haryanto@moil.com.tw::26ab6dc0-f73e-468b-a77c-59278e53dfb8" providerId="AD" clId="Web-{83EEDB7E-3B31-85CA-8755-4166EA502391}" dt="2026-05-23T00:52:31.914" v="128" actId="14100"/>
        <pc:sldMkLst>
          <pc:docMk/>
          <pc:sldMk cId="0" sldId="270"/>
        </pc:sldMkLst>
        <pc:spChg chg="del">
          <ac:chgData name="Haryanto" userId="S::haryanto@moil.com.tw::26ab6dc0-f73e-468b-a77c-59278e53dfb8" providerId="AD" clId="Web-{83EEDB7E-3B31-85CA-8755-4166EA502391}" dt="2026-05-23T00:49:22.021" v="45"/>
          <ac:spMkLst>
            <pc:docMk/>
            <pc:sldMk cId="0" sldId="270"/>
            <ac:spMk id="8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50:22.929" v="74" actId="14100"/>
          <ac:spMkLst>
            <pc:docMk/>
            <pc:sldMk cId="0" sldId="270"/>
            <ac:spMk id="9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49:23.834" v="4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49:52.537" v="61" actId="20577"/>
          <ac:spMkLst>
            <pc:docMk/>
            <pc:sldMk cId="0" sldId="270"/>
            <ac:spMk id="11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49:24.709" v="47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0:03.225" v="67"/>
          <ac:spMkLst>
            <pc:docMk/>
            <pc:sldMk cId="0" sldId="270"/>
            <ac:spMk id="13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0:51.931" v="84"/>
          <ac:spMkLst>
            <pc:docMk/>
            <pc:sldMk cId="0" sldId="270"/>
            <ac:spMk id="17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51:07.604" v="90" actId="20577"/>
          <ac:spMkLst>
            <pc:docMk/>
            <pc:sldMk cId="0" sldId="270"/>
            <ac:spMk id="18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0:53.603" v="85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0:50.103" v="83"/>
          <ac:spMkLst>
            <pc:docMk/>
            <pc:sldMk cId="0" sldId="270"/>
            <ac:spMk id="20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0:55.462" v="86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0:39.258" v="79"/>
          <ac:spMkLst>
            <pc:docMk/>
            <pc:sldMk cId="0" sldId="270"/>
            <ac:spMk id="22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1:17.027" v="91"/>
          <ac:spMkLst>
            <pc:docMk/>
            <pc:sldMk cId="0" sldId="270"/>
            <ac:spMk id="26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52:27.703" v="127" actId="14100"/>
          <ac:spMkLst>
            <pc:docMk/>
            <pc:sldMk cId="0" sldId="270"/>
            <ac:spMk id="27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1:19.199" v="92"/>
          <ac:spMkLst>
            <pc:docMk/>
            <pc:sldMk cId="0" sldId="270"/>
            <ac:spMk id="28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1:26.402" v="95"/>
          <ac:spMkLst>
            <pc:docMk/>
            <pc:sldMk cId="0" sldId="270"/>
            <ac:spMk id="29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1:20.199" v="93"/>
          <ac:spMkLst>
            <pc:docMk/>
            <pc:sldMk cId="0" sldId="270"/>
            <ac:spMk id="30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1:39.856" v="103"/>
          <ac:spMkLst>
            <pc:docMk/>
            <pc:sldMk cId="0" sldId="270"/>
            <ac:spMk id="31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1:56.576" v="110"/>
          <ac:spMkLst>
            <pc:docMk/>
            <pc:sldMk cId="0" sldId="270"/>
            <ac:spMk id="35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52:31.914" v="128" actId="14100"/>
          <ac:spMkLst>
            <pc:docMk/>
            <pc:sldMk cId="0" sldId="270"/>
            <ac:spMk id="36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1:58.045" v="111"/>
          <ac:spMkLst>
            <pc:docMk/>
            <pc:sldMk cId="0" sldId="270"/>
            <ac:spMk id="37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2:03.858" v="114"/>
          <ac:spMkLst>
            <pc:docMk/>
            <pc:sldMk cId="0" sldId="270"/>
            <ac:spMk id="38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1:59.123" v="112"/>
          <ac:spMkLst>
            <pc:docMk/>
            <pc:sldMk cId="0" sldId="270"/>
            <ac:spMk id="39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2:15.187" v="121"/>
          <ac:spMkLst>
            <pc:docMk/>
            <pc:sldMk cId="0" sldId="270"/>
            <ac:spMk id="40" creationId="{00000000-0000-0000-0000-000000000000}"/>
          </ac:spMkLst>
        </pc:spChg>
      </pc:sldChg>
      <pc:sldChg chg="delSp modSp">
        <pc:chgData name="Haryanto" userId="S::haryanto@moil.com.tw::26ab6dc0-f73e-468b-a77c-59278e53dfb8" providerId="AD" clId="Web-{83EEDB7E-3B31-85CA-8755-4166EA502391}" dt="2026-05-23T00:54:43.939" v="140" actId="20577"/>
        <pc:sldMkLst>
          <pc:docMk/>
          <pc:sldMk cId="0" sldId="273"/>
        </pc:sldMkLst>
        <pc:spChg chg="del">
          <ac:chgData name="Haryanto" userId="S::haryanto@moil.com.tw::26ab6dc0-f73e-468b-a77c-59278e53dfb8" providerId="AD" clId="Web-{83EEDB7E-3B31-85CA-8755-4166EA502391}" dt="2026-05-23T00:53:41.186" v="129"/>
          <ac:spMkLst>
            <pc:docMk/>
            <pc:sldMk cId="0" sldId="273"/>
            <ac:spMk id="2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11.125" v="130"/>
          <ac:spMkLst>
            <pc:docMk/>
            <pc:sldMk cId="0" sldId="273"/>
            <ac:spMk id="21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22.954" v="135"/>
          <ac:spMkLst>
            <pc:docMk/>
            <pc:sldMk cId="0" sldId="273"/>
            <ac:spMk id="22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19.548" v="134"/>
          <ac:spMkLst>
            <pc:docMk/>
            <pc:sldMk cId="0" sldId="273"/>
            <ac:spMk id="23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18.313" v="133"/>
          <ac:spMkLst>
            <pc:docMk/>
            <pc:sldMk cId="0" sldId="273"/>
            <ac:spMk id="24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4:17.079" v="132"/>
          <ac:spMkLst>
            <pc:docMk/>
            <pc:sldMk cId="0" sldId="273"/>
            <ac:spMk id="25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27.345" v="137"/>
          <ac:spMkLst>
            <pc:docMk/>
            <pc:sldMk cId="0" sldId="273"/>
            <ac:spMk id="26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26.048" v="136"/>
          <ac:spMkLst>
            <pc:docMk/>
            <pc:sldMk cId="0" sldId="273"/>
            <ac:spMk id="27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28.126" v="138"/>
          <ac:spMkLst>
            <pc:docMk/>
            <pc:sldMk cId="0" sldId="273"/>
            <ac:spMk id="28" creationId="{00000000-0000-0000-0000-000000000000}"/>
          </ac:spMkLst>
        </pc:spChg>
        <pc:spChg chg="del">
          <ac:chgData name="Haryanto" userId="S::haryanto@moil.com.tw::26ab6dc0-f73e-468b-a77c-59278e53dfb8" providerId="AD" clId="Web-{83EEDB7E-3B31-85CA-8755-4166EA502391}" dt="2026-05-23T00:54:30.486" v="139"/>
          <ac:spMkLst>
            <pc:docMk/>
            <pc:sldMk cId="0" sldId="273"/>
            <ac:spMk id="29" creationId="{00000000-0000-0000-0000-000000000000}"/>
          </ac:spMkLst>
        </pc:spChg>
        <pc:spChg chg="mod">
          <ac:chgData name="Haryanto" userId="S::haryanto@moil.com.tw::26ab6dc0-f73e-468b-a77c-59278e53dfb8" providerId="AD" clId="Web-{83EEDB7E-3B31-85CA-8755-4166EA502391}" dt="2026-05-23T00:54:43.939" v="140" actId="20577"/>
          <ac:spMkLst>
            <pc:docMk/>
            <pc:sldMk cId="0" sldId="273"/>
            <ac:spMk id="30" creationId="{00000000-0000-0000-0000-000000000000}"/>
          </ac:spMkLst>
        </pc:spChg>
      </pc:sldChg>
      <pc:sldChg chg="delSp modSp">
        <pc:chgData name="Haryanto" userId="S::haryanto@moil.com.tw::26ab6dc0-f73e-468b-a77c-59278e53dfb8" providerId="AD" clId="Web-{83EEDB7E-3B31-85CA-8755-4166EA502391}" dt="2026-05-23T00:58:40.635" v="185" actId="14100"/>
        <pc:sldMkLst>
          <pc:docMk/>
          <pc:sldMk cId="0" sldId="274"/>
        </pc:sldMkLst>
        <pc:spChg chg="mod">
          <ac:chgData name="Haryanto" userId="S::haryanto@moil.com.tw::26ab6dc0-f73e-468b-a77c-59278e53dfb8" providerId="AD" clId="Web-{83EEDB7E-3B31-85CA-8755-4166EA502391}" dt="2026-05-23T00:58:40.635" v="185" actId="14100"/>
          <ac:spMkLst>
            <pc:docMk/>
            <pc:sldMk cId="0" sldId="274"/>
            <ac:spMk id="5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5:17.941" v="144"/>
          <ac:spMkLst>
            <pc:docMk/>
            <pc:sldMk cId="0" sldId="274"/>
            <ac:spMk id="6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5:55.005" v="156"/>
          <ac:spMkLst>
            <pc:docMk/>
            <pc:sldMk cId="0" sldId="274"/>
            <ac:spMk id="7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5:47.411" v="154"/>
          <ac:spMkLst>
            <pc:docMk/>
            <pc:sldMk cId="0" sldId="274"/>
            <ac:spMk id="8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5:52.114" v="155"/>
          <ac:spMkLst>
            <pc:docMk/>
            <pc:sldMk cId="0" sldId="274"/>
            <ac:spMk id="9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6:05.818" v="159"/>
          <ac:spMkLst>
            <pc:docMk/>
            <pc:sldMk cId="0" sldId="274"/>
            <ac:spMk id="10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6:15.334" v="164"/>
          <ac:spMkLst>
            <pc:docMk/>
            <pc:sldMk cId="0" sldId="274"/>
            <ac:spMk id="11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6:52.632" v="176"/>
          <ac:spMkLst>
            <pc:docMk/>
            <pc:sldMk cId="0" sldId="274"/>
            <ac:spMk id="12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6:52.632" v="175"/>
          <ac:spMkLst>
            <pc:docMk/>
            <pc:sldMk cId="0" sldId="274"/>
            <ac:spMk id="13" creationId="{00000000-0000-0000-0000-000000000000}"/>
          </ac:spMkLst>
        </pc:spChg>
        <pc:spChg chg="del mod">
          <ac:chgData name="Haryanto" userId="S::haryanto@moil.com.tw::26ab6dc0-f73e-468b-a77c-59278e53dfb8" providerId="AD" clId="Web-{83EEDB7E-3B31-85CA-8755-4166EA502391}" dt="2026-05-23T00:56:52.632" v="174"/>
          <ac:spMkLst>
            <pc:docMk/>
            <pc:sldMk cId="0" sldId="274"/>
            <ac:spMk id="14" creationId="{00000000-0000-0000-0000-000000000000}"/>
          </ac:spMkLst>
        </pc:spChg>
      </pc:sldChg>
    </pc:docChg>
  </pc:docChgLst>
  <pc:docChgLst>
    <pc:chgData name="Haryanto" userId="26ab6dc0-f73e-468b-a77c-59278e53dfb8" providerId="ADAL" clId="{AD3CEAA2-0169-4BD1-B45F-98E2359EB84D}"/>
    <pc:docChg chg="undo custSel addSld delSld modSld sldOrd">
      <pc:chgData name="Haryanto" userId="26ab6dc0-f73e-468b-a77c-59278e53dfb8" providerId="ADAL" clId="{AD3CEAA2-0169-4BD1-B45F-98E2359EB84D}" dt="2026-05-23T01:49:04.197" v="209" actId="122"/>
      <pc:docMkLst>
        <pc:docMk/>
      </pc:docMkLst>
      <pc:sldChg chg="addSp modSp mod">
        <pc:chgData name="Haryanto" userId="26ab6dc0-f73e-468b-a77c-59278e53dfb8" providerId="ADAL" clId="{AD3CEAA2-0169-4BD1-B45F-98E2359EB84D}" dt="2026-05-23T01:23:17.182" v="23" actId="1076"/>
        <pc:sldMkLst>
          <pc:docMk/>
          <pc:sldMk cId="0" sldId="256"/>
        </pc:sldMkLst>
        <pc:picChg chg="add mod">
          <ac:chgData name="Haryanto" userId="26ab6dc0-f73e-468b-a77c-59278e53dfb8" providerId="ADAL" clId="{AD3CEAA2-0169-4BD1-B45F-98E2359EB84D}" dt="2026-05-23T01:23:12.861" v="20" actId="1076"/>
          <ac:picMkLst>
            <pc:docMk/>
            <pc:sldMk cId="0" sldId="256"/>
            <ac:picMk id="2" creationId="{3D04EC17-3CED-9773-D05B-E113E337CD9D}"/>
          </ac:picMkLst>
        </pc:picChg>
        <pc:picChg chg="mod">
          <ac:chgData name="Haryanto" userId="26ab6dc0-f73e-468b-a77c-59278e53dfb8" providerId="ADAL" clId="{AD3CEAA2-0169-4BD1-B45F-98E2359EB84D}" dt="2026-05-23T01:23:08.614" v="19" actId="14100"/>
          <ac:picMkLst>
            <pc:docMk/>
            <pc:sldMk cId="0" sldId="256"/>
            <ac:picMk id="25" creationId="{800142DC-4531-B45C-1639-96B66332868F}"/>
          </ac:picMkLst>
        </pc:picChg>
        <pc:picChg chg="mod">
          <ac:chgData name="Haryanto" userId="26ab6dc0-f73e-468b-a77c-59278e53dfb8" providerId="ADAL" clId="{AD3CEAA2-0169-4BD1-B45F-98E2359EB84D}" dt="2026-05-23T01:23:17.182" v="23" actId="1076"/>
          <ac:picMkLst>
            <pc:docMk/>
            <pc:sldMk cId="0" sldId="256"/>
            <ac:picMk id="26" creationId="{8A873C49-7A6A-392F-0EBF-A5E5CB339F99}"/>
          </ac:picMkLst>
        </pc:picChg>
      </pc:sldChg>
      <pc:sldChg chg="addSp delSp modSp mod ord">
        <pc:chgData name="Haryanto" userId="26ab6dc0-f73e-468b-a77c-59278e53dfb8" providerId="ADAL" clId="{AD3CEAA2-0169-4BD1-B45F-98E2359EB84D}" dt="2026-05-23T01:23:51.034" v="42" actId="20577"/>
        <pc:sldMkLst>
          <pc:docMk/>
          <pc:sldMk cId="0" sldId="258"/>
        </pc:sldMkLst>
        <pc:spChg chg="mod">
          <ac:chgData name="Haryanto" userId="26ab6dc0-f73e-468b-a77c-59278e53dfb8" providerId="ADAL" clId="{AD3CEAA2-0169-4BD1-B45F-98E2359EB84D}" dt="2026-05-23T01:23:51.034" v="42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36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41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22:30.954" v="9" actId="478"/>
          <ac:spMkLst>
            <pc:docMk/>
            <pc:sldMk cId="0" sldId="258"/>
            <ac:spMk id="47" creationId="{00000000-0000-0000-0000-000000000000}"/>
          </ac:spMkLst>
        </pc:spChg>
        <pc:picChg chg="add mod">
          <ac:chgData name="Haryanto" userId="26ab6dc0-f73e-468b-a77c-59278e53dfb8" providerId="ADAL" clId="{AD3CEAA2-0169-4BD1-B45F-98E2359EB84D}" dt="2026-05-23T01:22:43.284" v="13" actId="1076"/>
          <ac:picMkLst>
            <pc:docMk/>
            <pc:sldMk cId="0" sldId="258"/>
            <ac:picMk id="50" creationId="{05253CD8-67C7-BB4F-73F3-38FE971FBAD4}"/>
          </ac:picMkLst>
        </pc:picChg>
      </pc:sldChg>
      <pc:sldChg chg="modSp mod">
        <pc:chgData name="Haryanto" userId="26ab6dc0-f73e-468b-a77c-59278e53dfb8" providerId="ADAL" clId="{AD3CEAA2-0169-4BD1-B45F-98E2359EB84D}" dt="2026-05-23T01:33:19.754" v="70" actId="20577"/>
        <pc:sldMkLst>
          <pc:docMk/>
          <pc:sldMk cId="0" sldId="261"/>
        </pc:sldMkLst>
        <pc:spChg chg="mod">
          <ac:chgData name="Haryanto" userId="26ab6dc0-f73e-468b-a77c-59278e53dfb8" providerId="ADAL" clId="{AD3CEAA2-0169-4BD1-B45F-98E2359EB84D}" dt="2026-05-23T01:33:19.754" v="70" actId="20577"/>
          <ac:spMkLst>
            <pc:docMk/>
            <pc:sldMk cId="0" sldId="261"/>
            <ac:spMk id="17" creationId="{00000000-0000-0000-0000-000000000000}"/>
          </ac:spMkLst>
        </pc:spChg>
      </pc:sldChg>
      <pc:sldChg chg="delSp modSp mod">
        <pc:chgData name="Haryanto" userId="26ab6dc0-f73e-468b-a77c-59278e53dfb8" providerId="ADAL" clId="{AD3CEAA2-0169-4BD1-B45F-98E2359EB84D}" dt="2026-05-23T01:38:42.931" v="84" actId="1076"/>
        <pc:sldMkLst>
          <pc:docMk/>
          <pc:sldMk cId="0" sldId="268"/>
        </pc:sldMkLst>
        <pc:spChg chg="mod">
          <ac:chgData name="Haryanto" userId="26ab6dc0-f73e-468b-a77c-59278e53dfb8" providerId="ADAL" clId="{AD3CEAA2-0169-4BD1-B45F-98E2359EB84D}" dt="2026-05-23T01:38:38.667" v="81" actId="14100"/>
          <ac:spMkLst>
            <pc:docMk/>
            <pc:sldMk cId="0" sldId="268"/>
            <ac:spMk id="5" creationId="{00000000-0000-0000-0000-000000000000}"/>
          </ac:spMkLst>
        </pc:spChg>
        <pc:spChg chg="mod">
          <ac:chgData name="Haryanto" userId="26ab6dc0-f73e-468b-a77c-59278e53dfb8" providerId="ADAL" clId="{AD3CEAA2-0169-4BD1-B45F-98E2359EB84D}" dt="2026-05-23T01:38:35.051" v="80" actId="14100"/>
          <ac:spMkLst>
            <pc:docMk/>
            <pc:sldMk cId="0" sldId="268"/>
            <ac:spMk id="13" creationId="{00000000-0000-0000-0000-000000000000}"/>
          </ac:spMkLst>
        </pc:spChg>
        <pc:spChg chg="del">
          <ac:chgData name="Haryanto" userId="26ab6dc0-f73e-468b-a77c-59278e53dfb8" providerId="ADAL" clId="{AD3CEAA2-0169-4BD1-B45F-98E2359EB84D}" dt="2026-05-23T01:38:22.539" v="77" actId="478"/>
          <ac:spMkLst>
            <pc:docMk/>
            <pc:sldMk cId="0" sldId="268"/>
            <ac:spMk id="21" creationId="{00000000-0000-0000-0000-000000000000}"/>
          </ac:spMkLst>
        </pc:spChg>
        <pc:spChg chg="mod">
          <ac:chgData name="Haryanto" userId="26ab6dc0-f73e-468b-a77c-59278e53dfb8" providerId="ADAL" clId="{AD3CEAA2-0169-4BD1-B45F-98E2359EB84D}" dt="2026-05-23T01:38:42.931" v="84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Haryanto" userId="26ab6dc0-f73e-468b-a77c-59278e53dfb8" providerId="ADAL" clId="{AD3CEAA2-0169-4BD1-B45F-98E2359EB84D}" dt="2026-05-23T01:38:28.453" v="78" actId="207"/>
          <ac:spMkLst>
            <pc:docMk/>
            <pc:sldMk cId="0" sldId="268"/>
            <ac:spMk id="23" creationId="{00000000-0000-0000-0000-000000000000}"/>
          </ac:spMkLst>
        </pc:spChg>
      </pc:sldChg>
      <pc:sldChg chg="delSp modSp mod">
        <pc:chgData name="Haryanto" userId="26ab6dc0-f73e-468b-a77c-59278e53dfb8" providerId="ADAL" clId="{AD3CEAA2-0169-4BD1-B45F-98E2359EB84D}" dt="2026-05-23T01:34:12.112" v="73" actId="478"/>
        <pc:sldMkLst>
          <pc:docMk/>
          <pc:sldMk cId="0" sldId="269"/>
        </pc:sldMkLst>
        <pc:spChg chg="del">
          <ac:chgData name="Haryanto" userId="26ab6dc0-f73e-468b-a77c-59278e53dfb8" providerId="ADAL" clId="{AD3CEAA2-0169-4BD1-B45F-98E2359EB84D}" dt="2026-05-23T01:34:12.112" v="73" actId="478"/>
          <ac:spMkLst>
            <pc:docMk/>
            <pc:sldMk cId="0" sldId="269"/>
            <ac:spMk id="49" creationId="{00000000-0000-0000-0000-000000000000}"/>
          </ac:spMkLst>
        </pc:spChg>
        <pc:spChg chg="del mod">
          <ac:chgData name="Haryanto" userId="26ab6dc0-f73e-468b-a77c-59278e53dfb8" providerId="ADAL" clId="{AD3CEAA2-0169-4BD1-B45F-98E2359EB84D}" dt="2026-05-23T01:34:10.815" v="72" actId="478"/>
          <ac:spMkLst>
            <pc:docMk/>
            <pc:sldMk cId="0" sldId="269"/>
            <ac:spMk id="50" creationId="{00000000-0000-0000-0000-000000000000}"/>
          </ac:spMkLst>
        </pc:spChg>
      </pc:sldChg>
      <pc:sldChg chg="ord">
        <pc:chgData name="Haryanto" userId="26ab6dc0-f73e-468b-a77c-59278e53dfb8" providerId="ADAL" clId="{AD3CEAA2-0169-4BD1-B45F-98E2359EB84D}" dt="2026-05-23T01:42:45.586" v="159"/>
        <pc:sldMkLst>
          <pc:docMk/>
          <pc:sldMk cId="0" sldId="274"/>
        </pc:sldMkLst>
      </pc:sldChg>
      <pc:sldChg chg="addSp modSp new del mod">
        <pc:chgData name="Haryanto" userId="26ab6dc0-f73e-468b-a77c-59278e53dfb8" providerId="ADAL" clId="{AD3CEAA2-0169-4BD1-B45F-98E2359EB84D}" dt="2026-05-23T01:23:21.214" v="24" actId="47"/>
        <pc:sldMkLst>
          <pc:docMk/>
          <pc:sldMk cId="4135332825" sldId="275"/>
        </pc:sldMkLst>
        <pc:picChg chg="add mod">
          <ac:chgData name="Haryanto" userId="26ab6dc0-f73e-468b-a77c-59278e53dfb8" providerId="ADAL" clId="{AD3CEAA2-0169-4BD1-B45F-98E2359EB84D}" dt="2026-05-23T01:22:17.067" v="5" actId="1076"/>
          <ac:picMkLst>
            <pc:docMk/>
            <pc:sldMk cId="4135332825" sldId="275"/>
            <ac:picMk id="2" creationId="{60A16AA3-0221-8586-5E26-AB6E28DBB428}"/>
          </ac:picMkLst>
        </pc:picChg>
      </pc:sldChg>
      <pc:sldChg chg="add">
        <pc:chgData name="Haryanto" userId="26ab6dc0-f73e-468b-a77c-59278e53dfb8" providerId="ADAL" clId="{AD3CEAA2-0169-4BD1-B45F-98E2359EB84D}" dt="2026-05-23T01:22:23.271" v="6" actId="2890"/>
        <pc:sldMkLst>
          <pc:docMk/>
          <pc:sldMk cId="3432688449" sldId="276"/>
        </pc:sldMkLst>
      </pc:sldChg>
      <pc:sldChg chg="delSp modSp add mod ord">
        <pc:chgData name="Haryanto" userId="26ab6dc0-f73e-468b-a77c-59278e53dfb8" providerId="ADAL" clId="{AD3CEAA2-0169-4BD1-B45F-98E2359EB84D}" dt="2026-05-23T01:29:02.828" v="60" actId="478"/>
        <pc:sldMkLst>
          <pc:docMk/>
          <pc:sldMk cId="1728917656" sldId="277"/>
        </pc:sldMkLst>
        <pc:spChg chg="mod">
          <ac:chgData name="Haryanto" userId="26ab6dc0-f73e-468b-a77c-59278e53dfb8" providerId="ADAL" clId="{AD3CEAA2-0169-4BD1-B45F-98E2359EB84D}" dt="2026-05-23T01:28:54.359" v="51" actId="6549"/>
          <ac:spMkLst>
            <pc:docMk/>
            <pc:sldMk cId="1728917656" sldId="277"/>
            <ac:spMk id="3" creationId="{0D66B714-922B-800F-EAE6-9AFD8FE233EB}"/>
          </ac:spMkLst>
        </pc:spChg>
        <pc:spChg chg="mod">
          <ac:chgData name="Haryanto" userId="26ab6dc0-f73e-468b-a77c-59278e53dfb8" providerId="ADAL" clId="{AD3CEAA2-0169-4BD1-B45F-98E2359EB84D}" dt="2026-05-23T01:28:59.531" v="59" actId="20577"/>
          <ac:spMkLst>
            <pc:docMk/>
            <pc:sldMk cId="1728917656" sldId="277"/>
            <ac:spMk id="5" creationId="{B870C274-DB26-FC92-0E60-9B0301A76ED3}"/>
          </ac:spMkLst>
        </pc:spChg>
        <pc:spChg chg="del">
          <ac:chgData name="Haryanto" userId="26ab6dc0-f73e-468b-a77c-59278e53dfb8" providerId="ADAL" clId="{AD3CEAA2-0169-4BD1-B45F-98E2359EB84D}" dt="2026-05-23T01:29:02.828" v="60" actId="478"/>
          <ac:spMkLst>
            <pc:docMk/>
            <pc:sldMk cId="1728917656" sldId="277"/>
            <ac:spMk id="6" creationId="{14320296-12D5-AF88-02B9-2440C28EBEB0}"/>
          </ac:spMkLst>
        </pc:spChg>
      </pc:sldChg>
      <pc:sldChg chg="new del">
        <pc:chgData name="Haryanto" userId="26ab6dc0-f73e-468b-a77c-59278e53dfb8" providerId="ADAL" clId="{AD3CEAA2-0169-4BD1-B45F-98E2359EB84D}" dt="2026-05-23T01:28:32.548" v="44" actId="680"/>
        <pc:sldMkLst>
          <pc:docMk/>
          <pc:sldMk cId="2782575055" sldId="277"/>
        </pc:sldMkLst>
      </pc:sldChg>
      <pc:sldChg chg="addSp delSp modSp new del mod">
        <pc:chgData name="Haryanto" userId="26ab6dc0-f73e-468b-a77c-59278e53dfb8" providerId="ADAL" clId="{AD3CEAA2-0169-4BD1-B45F-98E2359EB84D}" dt="2026-05-23T01:42:18.226" v="141" actId="47"/>
        <pc:sldMkLst>
          <pc:docMk/>
          <pc:sldMk cId="1686277752" sldId="278"/>
        </pc:sldMkLst>
        <pc:picChg chg="add del mod">
          <ac:chgData name="Haryanto" userId="26ab6dc0-f73e-468b-a77c-59278e53dfb8" providerId="ADAL" clId="{AD3CEAA2-0169-4BD1-B45F-98E2359EB84D}" dt="2026-05-23T01:42:17.009" v="140" actId="21"/>
          <ac:picMkLst>
            <pc:docMk/>
            <pc:sldMk cId="1686277752" sldId="278"/>
            <ac:picMk id="2" creationId="{4745F32F-E598-F0DA-E8C4-D27F0DCF1495}"/>
          </ac:picMkLst>
        </pc:picChg>
      </pc:sldChg>
      <pc:sldChg chg="addSp delSp modSp new del mod">
        <pc:chgData name="Haryanto" userId="26ab6dc0-f73e-468b-a77c-59278e53dfb8" providerId="ADAL" clId="{AD3CEAA2-0169-4BD1-B45F-98E2359EB84D}" dt="2026-05-23T01:41:50.037" v="128" actId="47"/>
        <pc:sldMkLst>
          <pc:docMk/>
          <pc:sldMk cId="393220282" sldId="279"/>
        </pc:sldMkLst>
        <pc:picChg chg="add del mod">
          <ac:chgData name="Haryanto" userId="26ab6dc0-f73e-468b-a77c-59278e53dfb8" providerId="ADAL" clId="{AD3CEAA2-0169-4BD1-B45F-98E2359EB84D}" dt="2026-05-23T01:41:16.893" v="93" actId="21"/>
          <ac:picMkLst>
            <pc:docMk/>
            <pc:sldMk cId="393220282" sldId="279"/>
            <ac:picMk id="3" creationId="{A7B78940-C3D7-C28D-9163-27DF97C77535}"/>
          </ac:picMkLst>
        </pc:picChg>
      </pc:sldChg>
      <pc:sldChg chg="addSp delSp modSp add mod ord">
        <pc:chgData name="Haryanto" userId="26ab6dc0-f73e-468b-a77c-59278e53dfb8" providerId="ADAL" clId="{AD3CEAA2-0169-4BD1-B45F-98E2359EB84D}" dt="2026-05-23T01:42:04.923" v="137" actId="1036"/>
        <pc:sldMkLst>
          <pc:docMk/>
          <pc:sldMk cId="3429017201" sldId="280"/>
        </pc:sldMkLst>
        <pc:spChg chg="mod">
          <ac:chgData name="Haryanto" userId="26ab6dc0-f73e-468b-a77c-59278e53dfb8" providerId="ADAL" clId="{AD3CEAA2-0169-4BD1-B45F-98E2359EB84D}" dt="2026-05-23T01:41:45.662" v="127" actId="20577"/>
          <ac:spMkLst>
            <pc:docMk/>
            <pc:sldMk cId="3429017201" sldId="280"/>
            <ac:spMk id="3" creationId="{DE4CE7D8-D0A1-7AA3-6D6E-41F8840C206A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5" creationId="{F54DCFB8-94CD-7E6C-B6E4-44E566F8561C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8" creationId="{2EA5F59F-9E80-0E62-8C2D-C9279C521B95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9" creationId="{020B5ACF-463D-986A-1FE1-8105EE82126A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11" creationId="{1BD28BEC-63A4-BAEE-83D2-FA5B0ED204BB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12" creationId="{6AD63A08-D729-492D-BF36-2DE64C92B9A3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18" creationId="{9C8AFE04-4981-9078-D986-E092D24E5CB9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20" creationId="{A32708D1-CC49-131F-AB65-CBB2752F31CB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21" creationId="{1D1BF84E-932A-53BB-504D-2DF6D4B372B7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24" creationId="{1DA82062-FA47-EBF6-D2CF-2D6DCC58AA1B}"/>
          </ac:spMkLst>
        </pc:spChg>
        <pc:spChg chg="del">
          <ac:chgData name="Haryanto" userId="26ab6dc0-f73e-468b-a77c-59278e53dfb8" providerId="ADAL" clId="{AD3CEAA2-0169-4BD1-B45F-98E2359EB84D}" dt="2026-05-23T01:41:14.716" v="92" actId="478"/>
          <ac:spMkLst>
            <pc:docMk/>
            <pc:sldMk cId="3429017201" sldId="280"/>
            <ac:spMk id="27" creationId="{60D68048-4196-7F8D-51C4-9CF208A0249F}"/>
          </ac:spMkLst>
        </pc:spChg>
        <pc:picChg chg="add mod">
          <ac:chgData name="Haryanto" userId="26ab6dc0-f73e-468b-a77c-59278e53dfb8" providerId="ADAL" clId="{AD3CEAA2-0169-4BD1-B45F-98E2359EB84D}" dt="2026-05-23T01:42:04.923" v="137" actId="1036"/>
          <ac:picMkLst>
            <pc:docMk/>
            <pc:sldMk cId="3429017201" sldId="280"/>
            <ac:picMk id="31" creationId="{A7B78940-C3D7-C28D-9163-27DF97C77535}"/>
          </ac:picMkLst>
        </pc:picChg>
      </pc:sldChg>
      <pc:sldChg chg="addSp delSp modSp add mod">
        <pc:chgData name="Haryanto" userId="26ab6dc0-f73e-468b-a77c-59278e53dfb8" providerId="ADAL" clId="{AD3CEAA2-0169-4BD1-B45F-98E2359EB84D}" dt="2026-05-23T01:49:04.197" v="209" actId="122"/>
        <pc:sldMkLst>
          <pc:docMk/>
          <pc:sldMk cId="3075987922" sldId="281"/>
        </pc:sldMkLst>
        <pc:spChg chg="mod">
          <ac:chgData name="Haryanto" userId="26ab6dc0-f73e-468b-a77c-59278e53dfb8" providerId="ADAL" clId="{AD3CEAA2-0169-4BD1-B45F-98E2359EB84D}" dt="2026-05-23T01:42:58.309" v="169" actId="20577"/>
          <ac:spMkLst>
            <pc:docMk/>
            <pc:sldMk cId="3075987922" sldId="281"/>
            <ac:spMk id="3" creationId="{D7D27DCC-D124-A5DA-0759-1CECD62990D0}"/>
          </ac:spMkLst>
        </pc:spChg>
        <pc:spChg chg="add mod">
          <ac:chgData name="Haryanto" userId="26ab6dc0-f73e-468b-a77c-59278e53dfb8" providerId="ADAL" clId="{AD3CEAA2-0169-4BD1-B45F-98E2359EB84D}" dt="2026-05-23T01:49:04.197" v="209" actId="122"/>
          <ac:spMkLst>
            <pc:docMk/>
            <pc:sldMk cId="3075987922" sldId="281"/>
            <ac:spMk id="5" creationId="{C6A39C6F-3EF1-0C48-AC2D-1D22E90609DE}"/>
          </ac:spMkLst>
        </pc:spChg>
        <pc:picChg chg="add mod">
          <ac:chgData name="Haryanto" userId="26ab6dc0-f73e-468b-a77c-59278e53dfb8" providerId="ADAL" clId="{AD3CEAA2-0169-4BD1-B45F-98E2359EB84D}" dt="2026-05-23T01:48:36.538" v="171" actId="1076"/>
          <ac:picMkLst>
            <pc:docMk/>
            <pc:sldMk cId="3075987922" sldId="281"/>
            <ac:picMk id="4" creationId="{4745F32F-E598-F0DA-E8C4-D27F0DCF1495}"/>
          </ac:picMkLst>
        </pc:picChg>
        <pc:picChg chg="del">
          <ac:chgData name="Haryanto" userId="26ab6dc0-f73e-468b-a77c-59278e53dfb8" providerId="ADAL" clId="{AD3CEAA2-0169-4BD1-B45F-98E2359EB84D}" dt="2026-05-23T01:42:13.812" v="139" actId="478"/>
          <ac:picMkLst>
            <pc:docMk/>
            <pc:sldMk cId="3075987922" sldId="281"/>
            <ac:picMk id="31" creationId="{D262E5A3-24FD-2C96-F373-E3EBEDDBD7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0039B-C93A-48FD-BB21-52F463FE788E}" type="datetimeFigureOut">
              <a:t>5/23/2026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A9428-C121-48F9-857D-6ACF945506C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74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65A8-3D01-D9C5-2DDC-5FEB002D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9008C-9F34-E2D0-A904-857827FF8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9BE95-C163-279F-A751-564184E46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52D96-19F7-EF1A-1BF1-1A6E92B337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01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224B-5006-863F-2DD3-1E1A0A357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ADCE7-B06E-B358-FB00-D949BBFE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FC99C-8911-B158-491E-9CD3CB020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A3489-5F3F-9BBE-038D-E37BE2221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69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1976-E6C3-9FFA-B16F-DC3119F0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DD3F0-7C7C-60C2-90FC-2F453649C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099A0-E5BE-3FE7-ADCD-D153F9F56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CA264-EF67-11A5-EBF6-B253021F7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78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A7E8C">
              <a:alpha val="12000"/>
            </a:srgbClr>
          </a:solidFill>
          <a:ln w="12700">
            <a:solidFill>
              <a:srgbClr val="0A7E8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12A3B4">
              <a:alpha val="8000"/>
            </a:srgbClr>
          </a:solidFill>
          <a:ln w="12700">
            <a:solidFill>
              <a:srgbClr val="12A3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34747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ICISCAS 2026 · Education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 Learning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Teaching Tool to Improve Instructional Effectiveness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Practical Computing Courses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547872"/>
            <a:ext cx="4114800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Haryanto S.T., </a:t>
            </a:r>
            <a:r>
              <a:rPr lang="en-US" sz="1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M.Sc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9867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Haryanto462@gmail.com</a:t>
            </a:r>
            <a:endParaRPr lang="en-US" sz="1200" dirty="0"/>
          </a:p>
        </p:txBody>
      </p:sp>
      <p:pic>
        <p:nvPicPr>
          <p:cNvPr id="25" name="Picture 24" descr="github_class_2.png">
            <a:extLst>
              <a:ext uri="{FF2B5EF4-FFF2-40B4-BE49-F238E27FC236}">
                <a16:creationId xmlns:a16="http://schemas.microsoft.com/office/drawing/2014/main" id="{800142DC-4531-B45C-1639-96B663328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465"/>
          <a:stretch>
            <a:fillRect/>
          </a:stretch>
        </p:blipFill>
        <p:spPr>
          <a:xfrm>
            <a:off x="7052309" y="3266693"/>
            <a:ext cx="1076778" cy="1081787"/>
          </a:xfrm>
          <a:prstGeom prst="rect">
            <a:avLst/>
          </a:prstGeom>
        </p:spPr>
      </p:pic>
      <p:pic>
        <p:nvPicPr>
          <p:cNvPr id="26" name="Picture 25" descr="jupyter.png">
            <a:extLst>
              <a:ext uri="{FF2B5EF4-FFF2-40B4-BE49-F238E27FC236}">
                <a16:creationId xmlns:a16="http://schemas.microsoft.com/office/drawing/2014/main" id="{8A873C49-7A6A-392F-0EBF-A5E5CB339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6"/>
          <a:stretch>
            <a:fillRect/>
          </a:stretch>
        </p:blipFill>
        <p:spPr>
          <a:xfrm>
            <a:off x="6344215" y="1899250"/>
            <a:ext cx="936129" cy="1088966"/>
          </a:xfrm>
          <a:prstGeom prst="rect">
            <a:avLst/>
          </a:prstGeom>
        </p:spPr>
      </p:pic>
      <p:pic>
        <p:nvPicPr>
          <p:cNvPr id="27" name="Picture 26" descr="ico.png">
            <a:extLst>
              <a:ext uri="{FF2B5EF4-FFF2-40B4-BE49-F238E27FC236}">
                <a16:creationId xmlns:a16="http://schemas.microsoft.com/office/drawing/2014/main" id="{71B37AEE-9F83-9774-E479-988B5C49CB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6"/>
          <a:stretch>
            <a:fillRect/>
          </a:stretch>
        </p:blipFill>
        <p:spPr>
          <a:xfrm>
            <a:off x="7601212" y="481056"/>
            <a:ext cx="1333500" cy="13264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many of you have lost the first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minutes of a computing class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to install a library?"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3246120"/>
            <a:ext cx="4572000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4015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setup problem.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learning problem.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568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B3C0"/>
                </a:solidFill>
              </a:rPr>
              <a:t>Class time disappears before learning begins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Consumes Class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20–40 min are lost to package installs,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config, and Git issues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069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Ambiguous Errors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0817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can't tell coding errors from environment errors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715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Confusing Tool Landscape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05409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Jupyter, JupyterHub, GitHub, and GitHub Classroom are easily mixed 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7860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57860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715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 Submission Status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5409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unclear if assignments were actually pushed; help is not instant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133088"/>
            <a:ext cx="83210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13308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cognitive load shifts from learning to tool troubleshooting.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B3C0"/>
                </a:solidFill>
              </a:rPr>
              <a:t>The problem is real — we measured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60604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26060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A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 min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setup time observed in a typical Python lab session before any learning begins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96112"/>
            <a:ext cx="260604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96112"/>
            <a:ext cx="26060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0241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A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of 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1901952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encountered at least one environment error unrelated to their 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896112"/>
            <a:ext cx="260604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89320" y="896112"/>
            <a:ext cx="26060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10241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A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of 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901952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reported uncertainty about whether their assignment was submitted correctly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832104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8138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⚠  Informal baseline observation, AY 2020 (n=1 class). Digital image processing class, Electronic </a:t>
            </a:r>
            <a:r>
              <a:rPr lang="en-US" sz="100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engineering</a:t>
            </a:r>
            <a:r>
              <a:rPr lang="en-US" sz="1000" dirty="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, Ming Chi University of Technology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tells us: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 90-minute lab vanishes before any instruction begins.  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anecdotal — it is measurable and addressable.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 The AI Era Shift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When AI writes code, 'learning' in computing classes must be redefined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3931920" cy="2788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393192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841248"/>
            <a:ext cx="3931920" cy="2788920"/>
          </a:xfrm>
          <a:prstGeom prst="rect">
            <a:avLst/>
          </a:prstGeom>
          <a:solidFill>
            <a:srgbClr val="E8F7F9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41248"/>
            <a:ext cx="393192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ERA (NOW)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5332" y="1374284"/>
            <a:ext cx="3545188" cy="22578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Student value = ability to produce code</a:t>
            </a:r>
            <a:endParaRPr lang="en-US" sz="14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sz="14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Final output was sufficient for assessment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sz="14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Setup was an accepted 'entry cost' to learning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92040" y="1389888"/>
            <a:ext cx="54864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2029968"/>
            <a:ext cx="54864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138764"/>
            <a:ext cx="3566160" cy="23050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Setup steals time from the skills that matter most</a:t>
            </a:r>
          </a:p>
          <a:p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LLMs generate code → value shifts to reasoning, debugging, understanding</a:t>
            </a: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  <a:p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 can fake output → the learning process must be visible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92040" y="2670048"/>
            <a:ext cx="54864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767328"/>
            <a:ext cx="83210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767328"/>
            <a:ext cx="10972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Problem: Without visible process, AI-generated code looks identical to student-authored code. GitHub commit history makes the learning process auditable — not just the final output.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Foundation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73152" cy="1719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" y="9875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Cognitive Load Theory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6002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Sweller (1988)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18105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friction creates extraneous cognitive load, consuming capacity away from the core learning material.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96112"/>
            <a:ext cx="73152" cy="1719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9875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19472" y="13075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Scaffolding / ZPD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16002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Vygotsky (1978); Wood et al. (1976)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19472" y="18105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guided flows act as scaffolds that progressively lead students toward independence.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73152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29260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" y="32461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Self-Efficacy Theory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353872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Bandura (1977)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" y="37490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progress at each step reinforces students' sense of competence and confidence to continue.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73152" cy="17190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29260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Acceptance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9472" y="353872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(1989)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9472" y="37490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usefulness and ease of use determine whether instructors will actually adopt the tool.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 &amp;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663440" cy="749808"/>
          </a:xfrm>
          <a:prstGeom prst="rect">
            <a:avLst/>
          </a:prstGeom>
          <a:solidFill>
            <a:srgbClr val="E8F7F9"/>
          </a:solidFill>
          <a:ln w="63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658368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29844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guided flow reduce time-to-first-activity in class?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4663440" cy="749808"/>
          </a:xfrm>
          <a:prstGeom prst="rect">
            <a:avLst/>
          </a:prstGeom>
          <a:solidFill>
            <a:srgbClr val="E8F7F9"/>
          </a:solidFill>
          <a:ln w="63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658368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21284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PLE reduce instructor support burden?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127248"/>
            <a:ext cx="4663440" cy="749808"/>
          </a:xfrm>
          <a:prstGeom prst="rect">
            <a:avLst/>
          </a:prstGeom>
          <a:solidFill>
            <a:srgbClr val="E8F7F9"/>
          </a:solidFill>
          <a:ln w="63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658368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312724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instructors &amp; students perceive its usability and ease of use?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298448"/>
            <a:ext cx="32918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13533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16459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teaching flow unifying notebooks, Git, and GitHub Classroom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2304288"/>
            <a:ext cx="32918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23591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65176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desktop implementation (PyQt6) ready for testing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310128"/>
            <a:ext cx="32918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33649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6576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framework and instruments for measuring real-classroom impact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PLE unifies capabilities scattered across multiple tools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23774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Platform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822960"/>
            <a:ext cx="1005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88920" y="82296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Flow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94760" y="822960"/>
            <a:ext cx="12344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94760" y="822960"/>
            <a:ext cx="1234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Status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822960"/>
            <a:ext cx="1188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822960"/>
            <a:ext cx="11887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822960"/>
            <a:ext cx="1005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82296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Mode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822960"/>
            <a:ext cx="1143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23760" y="822960"/>
            <a:ext cx="1143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Offline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1234440"/>
            <a:ext cx="2377440" cy="475488"/>
          </a:xfrm>
          <a:prstGeom prst="rect">
            <a:avLst/>
          </a:prstGeom>
          <a:solidFill>
            <a:srgbClr val="E8F7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1234440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Learning Environment (ours)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1234440"/>
            <a:ext cx="1005840" cy="475488"/>
          </a:xfrm>
          <a:prstGeom prst="rect">
            <a:avLst/>
          </a:prstGeom>
          <a:solidFill>
            <a:srgbClr val="E8F7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88920" y="1234440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4760" y="1234440"/>
            <a:ext cx="1234440" cy="475488"/>
          </a:xfrm>
          <a:prstGeom prst="rect">
            <a:avLst/>
          </a:prstGeom>
          <a:solidFill>
            <a:srgbClr val="E8F7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94760" y="1234440"/>
            <a:ext cx="1234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1234440"/>
            <a:ext cx="1188720" cy="475488"/>
          </a:xfrm>
          <a:prstGeom prst="rect">
            <a:avLst/>
          </a:prstGeom>
          <a:solidFill>
            <a:srgbClr val="E8F7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234440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1234440"/>
            <a:ext cx="1005840" cy="475488"/>
          </a:xfrm>
          <a:prstGeom prst="rect">
            <a:avLst/>
          </a:prstGeom>
          <a:solidFill>
            <a:srgbClr val="E8F7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1234440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23760" y="1234440"/>
            <a:ext cx="1143000" cy="475488"/>
          </a:xfrm>
          <a:prstGeom prst="rect">
            <a:avLst/>
          </a:prstGeom>
          <a:solidFill>
            <a:srgbClr val="E8F7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1234440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1234440"/>
            <a:ext cx="73152" cy="4754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170992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1709928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88920" y="1709928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88920" y="1709928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94760" y="1709928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94760" y="1709928"/>
            <a:ext cx="1234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170992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0" y="1709928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1709928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1709928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223760" y="1709928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3760" y="1709928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11480" y="2185416"/>
            <a:ext cx="23774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2185416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88920" y="2185416"/>
            <a:ext cx="10058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88920" y="2185416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94760" y="2185416"/>
            <a:ext cx="12344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794760" y="2185416"/>
            <a:ext cx="1234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29200" y="2185416"/>
            <a:ext cx="11887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0" y="2185416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17920" y="2185416"/>
            <a:ext cx="10058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17920" y="2185416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223760" y="2185416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23760" y="2185416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11480" y="2660904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" y="2660904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+ nbgrader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88920" y="2660904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88920" y="2660904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794760" y="2660904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794760" y="2660904"/>
            <a:ext cx="1234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29200" y="2660904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0" y="2660904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217920" y="2660904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17920" y="2660904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23760" y="2660904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223760" y="2660904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11480" y="3136392"/>
            <a:ext cx="23774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11480" y="3136392"/>
            <a:ext cx="2377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Classroom (standalone)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88920" y="3136392"/>
            <a:ext cx="10058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788920" y="3136392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794760" y="3136392"/>
            <a:ext cx="12344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794760" y="3136392"/>
            <a:ext cx="1234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029200" y="3136392"/>
            <a:ext cx="11887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029200" y="313639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217920" y="3136392"/>
            <a:ext cx="10058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217920" y="3136392"/>
            <a:ext cx="10058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223760" y="3136392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223760" y="3136392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411480" y="3703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available   ~ partial / indirect   ✗ not available   —   illustrative comparison for positioning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041648"/>
            <a:ext cx="8321040" cy="749808"/>
          </a:xfrm>
          <a:prstGeom prst="rect">
            <a:avLst/>
          </a:prstGeom>
          <a:solidFill>
            <a:srgbClr val="0D1B2A"/>
          </a:solidFill>
          <a:ln w="9525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48640" y="40782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Literature Says: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48640" y="4334256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coding environments → faster time-to-first-submission (Azevedo et al., 2023).  Git-based workflows reduce grading ambiguity (Papadopoulos &amp; Tegos, 2022).  Environment setup is #1 barrier in undergrad data science labs (Odden et al., 2024).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Design: Guided Teaching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09928" y="1664208"/>
            <a:ext cx="420624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" y="841248"/>
            <a:ext cx="804672" cy="8046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8412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15727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1572768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21284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type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(lecture, programming,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image, lab)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664208"/>
            <a:ext cx="420624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86584" y="841248"/>
            <a:ext cx="804672" cy="8046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86584" y="8412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30552" y="1755648"/>
            <a:ext cx="15727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30552" y="1755648"/>
            <a:ext cx="1572768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30552" y="186537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Delivery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03704" y="221284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Jupyter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JupyterHub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48072" y="1664208"/>
            <a:ext cx="420624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05656" y="841248"/>
            <a:ext cx="804672" cy="8046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05656" y="8412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849624" y="1755648"/>
            <a:ext cx="15727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9624" y="1755648"/>
            <a:ext cx="1572768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9624" y="186537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Assignment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22776" y="221284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Classroom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67144" y="1664208"/>
            <a:ext cx="420624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24728" y="841248"/>
            <a:ext cx="804672" cy="8046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24728" y="8412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568696" y="1755648"/>
            <a:ext cx="15727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68696" y="1755648"/>
            <a:ext cx="1572768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68696" y="186537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Progress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41848" y="221284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live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43800" y="841248"/>
            <a:ext cx="804672" cy="8046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43800" y="8412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287768" y="1755648"/>
            <a:ext cx="15727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87768" y="1755648"/>
            <a:ext cx="1572768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87768" y="186537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 Students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60920" y="221284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Center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error guidance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520440"/>
            <a:ext cx="832104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 mapping: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" y="3913632"/>
            <a:ext cx="73152" cy="6217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8952" y="3913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58952" y="41696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guide students step-by-step toward independence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37560" y="3913632"/>
            <a:ext cx="73152" cy="6217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02152" y="3913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 ↓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502152" y="41696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checks &amp; automation eliminate extraneous load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3913632"/>
            <a:ext cx="73152" cy="6217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45352" y="3913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Self-Efficacy ↑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45352" y="41696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status at each step reinforces a sense of progress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Day in the Life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B3C0"/>
                </a:solidFill>
              </a:rPr>
              <a:t>What it actually looks like in class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804672"/>
            <a:ext cx="749808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73352" y="923544"/>
            <a:ext cx="859536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90195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1901952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opens 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'Image Processing Lab' course type, runs Pre-flight Check — all green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07208" y="804672"/>
            <a:ext cx="749808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07208" y="8046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94760" y="923544"/>
            <a:ext cx="859536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32888" y="1261872"/>
            <a:ext cx="190195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32888" y="1261872"/>
            <a:ext cx="1901952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24328" y="138988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clone assignment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24328" y="1920240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 auto-clones GitHub Classroom repo to local machine with one click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28616" y="804672"/>
            <a:ext cx="749808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28616" y="8046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16168" y="923544"/>
            <a:ext cx="859536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4296" y="1261872"/>
            <a:ext cx="190195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54296" y="1261872"/>
            <a:ext cx="1901952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45736" y="138988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opens automatically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45736" y="1920240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notebook opens at the right path; assignment checklist appears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0024" y="804672"/>
            <a:ext cx="749808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50024" y="8046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8:07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75704" y="1261872"/>
            <a:ext cx="1901952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75704" y="1261872"/>
            <a:ext cx="1901952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67144" y="138988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starts learning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67144" y="1920240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troubleshooting. Not reinstalling. Actually learning.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657600"/>
            <a:ext cx="83210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A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min.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834640" y="3657600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a class that starts with learning and one that starts with troubleshooting.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active instruction in under 7 minutes — that's the PLE promise.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PyQt6 desktop app embedding Jupyter and automating Git workflows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96012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96012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81328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PyQt6 + Qt WebEngine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desktop UI with embedded browser for Jupyter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9601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901952"/>
            <a:ext cx="96012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81328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Jupyter (8899+) / JupyterHub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Dual-mode: student laptop or campus-managed server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907792"/>
            <a:ext cx="9601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07792"/>
            <a:ext cx="96012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81328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+ GitHub Classroom (token)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3310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clone, commit, push with status tracking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91363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913632"/>
            <a:ext cx="96012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913632"/>
            <a:ext cx="96012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STACK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81328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· Pandas · scikit-image · TensorFlow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81328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scientific environment per course type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896112"/>
            <a:ext cx="3154680" cy="19019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932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PRACTICE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1234440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1737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infra · runs on student laptop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8899+ · ideal for code &amp; light data tasks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2926080"/>
            <a:ext cx="3154680" cy="1901952"/>
          </a:xfrm>
          <a:prstGeom prst="rect">
            <a:avLst/>
          </a:prstGeom>
          <a:solidFill>
            <a:srgbClr val="E8F7F9"/>
          </a:solidFill>
          <a:ln w="9525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0" y="29626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26440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3767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control · unified env · GPU access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AI/ML and large datasets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Real-World Constraints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Global South — wherever resources are limited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3977640" cy="33924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397764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EdTech Tools Assume: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Stable, fast internet connectivity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Homogeneous student hardware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 IT department to maintain servers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363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Cloud-first infrastructure by default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307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Institutional GitHub / Codespaces licenses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41248"/>
            <a:ext cx="3977640" cy="3392424"/>
          </a:xfrm>
          <a:prstGeom prst="rect">
            <a:avLst/>
          </a:prstGeom>
          <a:solidFill>
            <a:srgbClr val="E8F7F9"/>
          </a:solidFill>
          <a:ln w="9525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841248"/>
            <a:ext cx="397764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8412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Reality in Many Universities: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3533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Intermittent or throttled connectivity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47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Mixed hardware — old lab PCs + student phones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or no dedicated IT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1363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Student-owned laptops ARE the lab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7307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institutional cloud licensing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323" y="4386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 runs locally · works offline after setup · no admin rights required · no cloud dependency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ICISCAS 2026 · Portable Learning Environment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Methodology: Design Science Research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Hevner et al. (2004) — iterative build-and-evaluate cycle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09928" y="1627632"/>
            <a:ext cx="393192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8686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1554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1554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240280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friction &amp; its impact on teaching efficacy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584448"/>
            <a:ext cx="118872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01568" y="1627632"/>
            <a:ext cx="393192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50592" y="8686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50592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03120" y="1645920"/>
            <a:ext cx="1554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03120" y="1645920"/>
            <a:ext cx="1554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Artifact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76272" y="2240280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flow, course modes, pre-flight, status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584448"/>
            <a:ext cx="118872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93208" y="1627632"/>
            <a:ext cx="393192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42232" y="868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42232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794760" y="1645920"/>
            <a:ext cx="1554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94760" y="164592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9476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67912" y="2240280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real lab sessions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4848" y="1627632"/>
            <a:ext cx="393192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33872" y="868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33872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486400" y="1645920"/>
            <a:ext cx="1554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486400" y="164592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59552" y="2240280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objective metrics + perceptions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3584448"/>
            <a:ext cx="118872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25512" y="868680"/>
            <a:ext cx="640080" cy="64008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525512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178040" y="1645920"/>
            <a:ext cx="1554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178040" y="1645920"/>
            <a:ext cx="1554480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7804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251192" y="2240280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open-source artifact, instructor guide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60920" y="3584448"/>
            <a:ext cx="1188720" cy="292608"/>
          </a:xfrm>
          <a:prstGeom prst="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6092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0B90A879-73ED-0ADB-6469-9A1E78802B3E}"/>
              </a:ext>
            </a:extLst>
          </p:cNvPr>
          <p:cNvSpPr/>
          <p:nvPr/>
        </p:nvSpPr>
        <p:spPr>
          <a:xfrm>
            <a:off x="3977640" y="3584645"/>
            <a:ext cx="118872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2C41852D-45DE-51B9-253B-6CB7B581BA98}"/>
              </a:ext>
            </a:extLst>
          </p:cNvPr>
          <p:cNvSpPr/>
          <p:nvPr/>
        </p:nvSpPr>
        <p:spPr>
          <a:xfrm>
            <a:off x="3977640" y="3584645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not yet collected — figures below are measurable targets / hypotheses, not empirical results.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56692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5179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Time-to-first-activity drops significantly vs. baseline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353312"/>
            <a:ext cx="56692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99339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15179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Tickets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19019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Environment-related help requests decrease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4436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944368"/>
            <a:ext cx="566928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540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Rate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assignment submission rate increases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4436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944368"/>
            <a:ext cx="56692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0540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358444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3108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40680" y="34930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TAM usability scores; NASA-TLX cognitive load decreases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Acknowledging boundaries strengthens research credibility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95953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96012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Single-institution, single instructor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1673352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run in one class with one instructor (the author). Generalizability is limited — replication across institutions is needed.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96012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19472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Novelty effect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19472" y="1673352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perform better simply because the tool is new. A longitudinal study is needed to separate novelty from genuine learning improvement.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81635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" y="318211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dependency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6072" y="3529584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 assumes GitHub access for clone and push. It does not operate in fully offline or GitHub-blocked institutional environments.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724912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281635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19472" y="318211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LMS integration yet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19472" y="3529584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 does not yet connect to Moodle, Canvas, or similar platforms — instructors must manage two systems in parallel during the pilot phase.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553712"/>
            <a:ext cx="8321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553712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excuses — they define the agenda for PLE version 2 and the research roadmap.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81824-5E94-37B6-3C1C-1CCA0543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DD05E5-5788-D1E7-AC06-CF8313378F0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74641E-000D-F4CC-478E-31557EB7F6FD}"/>
              </a:ext>
            </a:extLst>
          </p:cNvPr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A785B4E-91E3-ADDA-680C-DAA0B50B4225}"/>
              </a:ext>
            </a:extLst>
          </p:cNvPr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2DF8FC-2AE5-5F5A-1D41-D9CF1DD803E3}"/>
              </a:ext>
            </a:extLst>
          </p:cNvPr>
          <p:cNvSpPr txBox="1"/>
          <p:nvPr/>
        </p:nvSpPr>
        <p:spPr>
          <a:xfrm>
            <a:off x="411480" y="1200283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Our proposed classroom environment offers </a:t>
            </a:r>
            <a:r>
              <a:rPr lang="en-US" sz="2400" dirty="0">
                <a:solidFill>
                  <a:srgbClr val="FF0000"/>
                </a:solidFill>
              </a:rPr>
              <a:t>sophisticated teaching opportunities</a:t>
            </a:r>
            <a:r>
              <a:rPr lang="en-US" sz="2400" dirty="0"/>
              <a:t>, especially when created to combine conceptual knowledge and hands-on experience or expertise with methods and skills to improve models for </a:t>
            </a:r>
            <a:r>
              <a:rPr lang="en-US" sz="2400" dirty="0">
                <a:solidFill>
                  <a:srgbClr val="FF0000"/>
                </a:solidFill>
              </a:rPr>
              <a:t>pedagogy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teaching efficacy</a:t>
            </a:r>
            <a:r>
              <a:rPr lang="en-US" sz="2400" dirty="0"/>
              <a:t> in the programming course.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7924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949B5-4C83-082C-921C-0F9B8FAE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D66B714-922B-800F-EAE6-9AFD8FE233EB}"/>
              </a:ext>
            </a:extLst>
          </p:cNvPr>
          <p:cNvSpPr/>
          <p:nvPr/>
        </p:nvSpPr>
        <p:spPr>
          <a:xfrm>
            <a:off x="548640" y="5029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"Good teaching environment serve a teaching quality"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F86064-8CB8-0A50-D4FB-60572814F349}"/>
              </a:ext>
            </a:extLst>
          </p:cNvPr>
          <p:cNvSpPr/>
          <p:nvPr/>
        </p:nvSpPr>
        <p:spPr>
          <a:xfrm>
            <a:off x="2286000" y="3246120"/>
            <a:ext cx="4572000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0C274-DB26-FC92-0E60-9B0301A76ED3}"/>
              </a:ext>
            </a:extLst>
          </p:cNvPr>
          <p:cNvSpPr/>
          <p:nvPr/>
        </p:nvSpPr>
        <p:spPr>
          <a:xfrm>
            <a:off x="548640" y="34015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Haryanto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AA4656-993E-B3B2-C27F-666F65F367A4}"/>
              </a:ext>
            </a:extLst>
          </p:cNvPr>
          <p:cNvSpPr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568"/>
                </a:solidFill>
              </a:rPr>
              <a:t>ICISCAS 2026 · Portable Learning Environment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28917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0"/>
                </a:solidFill>
              </a:rPr>
              <a:t>Foundational references — adapt to conference citation style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822961"/>
            <a:ext cx="8321040" cy="33065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[1] Bandura, A. (1977). Self-efficacy: Toward a unifying theory of behavioral change. Psychological Review, 84(2), 191–215.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[2] Davis, F. D. (1989). Perceived usefulness, perceived ease of use, and user acceptance of information technology. MIS Quarterly, 13(3), 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[3] Hevner, A. R., March, S. T., Park, J., &amp; Ram, S. (2004). Design science in information systems research. MIS Quarterly, 28(1), 75–105.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[4] </a:t>
            </a:r>
            <a:r>
              <a:rPr lang="en-US" sz="1100" dirty="0" err="1">
                <a:solidFill>
                  <a:srgbClr val="334155"/>
                </a:solidFill>
                <a:ea typeface="Calibri"/>
                <a:cs typeface="Calibri"/>
              </a:rPr>
              <a:t>Kluyver</a:t>
            </a: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, T., et al. (2016). </a:t>
            </a:r>
            <a:r>
              <a:rPr lang="en-US" sz="1100" dirty="0" err="1">
                <a:solidFill>
                  <a:srgbClr val="334155"/>
                </a:solidFill>
                <a:ea typeface="Calibri"/>
                <a:cs typeface="Calibri"/>
              </a:rPr>
              <a:t>Jupyter</a:t>
            </a: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 Notebooks — a publishing format for reproducible computational workflows. ELPUB, 87–90.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[5] </a:t>
            </a:r>
            <a:r>
              <a:rPr lang="en-US" sz="1100" dirty="0" err="1">
                <a:solidFill>
                  <a:srgbClr val="334155"/>
                </a:solidFill>
                <a:ea typeface="Calibri"/>
                <a:cs typeface="Calibri"/>
              </a:rPr>
              <a:t>Sweller</a:t>
            </a: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, J. (1988). Cognitive load during problem solving: Effects on learning. Cognitive Science, 12(2), 257–285.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[6] Vygotsky, L. S. (1978). Mind in Society: The Development of Higher Psychological Processes. Harvard University Press.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[7] Wood, D., Bruner, J. S., &amp; Ross, G. (1976). The role of tutoring in problem solving. Journal of Child Psychology and Psychiatry, 17(2), 89–100.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[8] Azevedo, R., et al. (2023). Scaffolded coding environments and student engagement in CS1. Computers &amp; Education, 191, 104612.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[9] Papadopoulos, P. M., &amp; </a:t>
            </a:r>
            <a:r>
              <a:rPr lang="en-US" sz="1100" dirty="0" err="1">
                <a:solidFill>
                  <a:srgbClr val="334155"/>
                </a:solidFill>
                <a:ea typeface="Calibri"/>
                <a:cs typeface="Calibri"/>
              </a:rPr>
              <a:t>Tegos</a:t>
            </a: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, S. (2022). Git-based workflows in introductory programming: Effects on grading ambiguity. J. of Computer Assisted Learning.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Calibri"/>
                <a:cs typeface="Calibri"/>
              </a:rPr>
              <a:t>[10] Odden, T. O. B., et al. (2024). Barriers in undergraduate data science labs: A cognitive load perspective. CBE-Life Sciences Education.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100" dirty="0">
              <a:solidFill>
                <a:srgbClr val="334155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100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CA43F-0C75-31C1-73DC-D9851465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DADB12-B11F-5EC7-5B87-8B5EBF28CED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4CE7D8-D0A1-7AA3-6D6E-41F8840C206A}"/>
              </a:ext>
            </a:extLst>
          </p:cNvPr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 of the PLE</a:t>
            </a:r>
            <a:endParaRPr lang="en-US" sz="2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5607BFC-E025-8381-187E-AAC2882ADE3E}"/>
              </a:ext>
            </a:extLst>
          </p:cNvPr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ICISCAS 2026 · Portable Learning Environment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7B78940-C3D7-C28D-9163-27DF97C77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09" y="887132"/>
            <a:ext cx="6682782" cy="382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1851</Words>
  <Application>Microsoft Office PowerPoint</Application>
  <PresentationFormat>On-screen Show (16:9)</PresentationFormat>
  <Paragraphs>318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Learning Environment — ICISCAS 2026</dc:title>
  <dc:subject>PptxGenJS Presentation</dc:subject>
  <dc:creator>Haryanto</dc:creator>
  <cp:lastModifiedBy>Haryanto</cp:lastModifiedBy>
  <cp:revision>106</cp:revision>
  <dcterms:created xsi:type="dcterms:W3CDTF">2026-05-23T00:22:19Z</dcterms:created>
  <dcterms:modified xsi:type="dcterms:W3CDTF">2026-05-23T08:31:48Z</dcterms:modified>
</cp:coreProperties>
</file>